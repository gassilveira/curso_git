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E35DF-FCE3-4EDA-973C-584F5FDD0DFC}" type="datetimeFigureOut">
              <a:rPr lang="pt-BR" smtClean="0"/>
              <a:t>18/10/2015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EC251B-FDF8-421B-9725-862DA5AB77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0670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EC251B-FDF8-421B-9725-862DA5AB777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7742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450E-4727-4F65-9FB6-BB445E1FA772}" type="datetimeFigureOut">
              <a:rPr lang="pt-BR" smtClean="0"/>
              <a:t>18/10/2015</a:t>
            </a:fld>
            <a:endParaRPr lang="pt-B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E3688A-EB78-487F-A751-C6B95E113606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450E-4727-4F65-9FB6-BB445E1FA772}" type="datetimeFigureOut">
              <a:rPr lang="pt-BR" smtClean="0"/>
              <a:t>18/10/2015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688A-EB78-487F-A751-C6B95E11360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450E-4727-4F65-9FB6-BB445E1FA772}" type="datetimeFigureOut">
              <a:rPr lang="pt-BR" smtClean="0"/>
              <a:t>18/10/2015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688A-EB78-487F-A751-C6B95E113606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450E-4727-4F65-9FB6-BB445E1FA772}" type="datetimeFigureOut">
              <a:rPr lang="pt-BR" smtClean="0"/>
              <a:t>18/10/2015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688A-EB78-487F-A751-C6B95E113606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450E-4727-4F65-9FB6-BB445E1FA772}" type="datetimeFigureOut">
              <a:rPr lang="pt-BR" smtClean="0"/>
              <a:t>18/10/2015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688A-EB78-487F-A751-C6B95E1136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450E-4727-4F65-9FB6-BB445E1FA772}" type="datetimeFigureOut">
              <a:rPr lang="pt-BR" smtClean="0"/>
              <a:t>18/10/2015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688A-EB78-487F-A751-C6B95E11360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450E-4727-4F65-9FB6-BB445E1FA772}" type="datetimeFigureOut">
              <a:rPr lang="pt-BR" smtClean="0"/>
              <a:t>18/10/2015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688A-EB78-487F-A751-C6B95E11360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450E-4727-4F65-9FB6-BB445E1FA772}" type="datetimeFigureOut">
              <a:rPr lang="pt-BR" smtClean="0"/>
              <a:t>18/10/2015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688A-EB78-487F-A751-C6B95E11360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450E-4727-4F65-9FB6-BB445E1FA772}" type="datetimeFigureOut">
              <a:rPr lang="pt-BR" smtClean="0"/>
              <a:t>18/10/2015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688A-EB78-487F-A751-C6B95E11360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450E-4727-4F65-9FB6-BB445E1FA772}" type="datetimeFigureOut">
              <a:rPr lang="pt-BR" smtClean="0"/>
              <a:t>18/10/2015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688A-EB78-487F-A751-C6B95E11360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450E-4727-4F65-9FB6-BB445E1FA772}" type="datetimeFigureOut">
              <a:rPr lang="pt-BR" smtClean="0"/>
              <a:t>18/10/2015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688A-EB78-487F-A751-C6B95E11360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D186450E-4727-4F65-9FB6-BB445E1FA772}" type="datetimeFigureOut">
              <a:rPr lang="pt-BR" smtClean="0"/>
              <a:t>18/10/2015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5EE3688A-EB78-487F-A751-C6B95E113606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568" y="332656"/>
            <a:ext cx="7772400" cy="2671937"/>
          </a:xfrm>
        </p:spPr>
        <p:txBody>
          <a:bodyPr/>
          <a:lstStyle/>
          <a:p>
            <a:r>
              <a:rPr lang="pt-BR" dirty="0" err="1" smtClean="0"/>
              <a:t>Mini-curso</a:t>
            </a:r>
            <a:r>
              <a:rPr lang="pt-BR" dirty="0" smtClean="0"/>
              <a:t> de GIT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7" y="3068961"/>
            <a:ext cx="6457295" cy="329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57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3600" dirty="0" smtClean="0">
                <a:solidFill>
                  <a:schemeClr val="tx2"/>
                </a:solidFill>
              </a:rPr>
              <a:t>O que é ?</a:t>
            </a:r>
          </a:p>
          <a:p>
            <a:pPr marL="0" indent="0" algn="ctr">
              <a:buNone/>
            </a:pPr>
            <a:r>
              <a:rPr lang="pt-BR" sz="3600" dirty="0" err="1" smtClean="0">
                <a:solidFill>
                  <a:schemeClr val="tx2"/>
                </a:solidFill>
              </a:rPr>
              <a:t>Modified</a:t>
            </a:r>
            <a:r>
              <a:rPr lang="pt-BR" sz="3600" dirty="0" smtClean="0">
                <a:solidFill>
                  <a:schemeClr val="tx2"/>
                </a:solidFill>
              </a:rPr>
              <a:t> Files</a:t>
            </a:r>
          </a:p>
          <a:p>
            <a:pPr marL="0" indent="0" algn="ctr">
              <a:buNone/>
            </a:pPr>
            <a:r>
              <a:rPr lang="pt-BR" sz="3600" dirty="0" err="1" smtClean="0">
                <a:solidFill>
                  <a:schemeClr val="tx2"/>
                </a:solidFill>
              </a:rPr>
              <a:t>Staged</a:t>
            </a:r>
            <a:r>
              <a:rPr lang="pt-BR" sz="3600" dirty="0" smtClean="0">
                <a:solidFill>
                  <a:schemeClr val="tx2"/>
                </a:solidFill>
              </a:rPr>
              <a:t> Files</a:t>
            </a:r>
          </a:p>
          <a:p>
            <a:pPr marL="0" indent="0" algn="ctr">
              <a:buNone/>
            </a:pPr>
            <a:r>
              <a:rPr lang="pt-BR" sz="3600" dirty="0" err="1" smtClean="0">
                <a:solidFill>
                  <a:schemeClr val="tx2"/>
                </a:solidFill>
              </a:rPr>
              <a:t>Committed</a:t>
            </a:r>
            <a:r>
              <a:rPr lang="pt-BR" sz="3600" dirty="0" smtClean="0">
                <a:solidFill>
                  <a:schemeClr val="tx2"/>
                </a:solidFill>
              </a:rPr>
              <a:t> Files</a:t>
            </a:r>
            <a:endParaRPr lang="pt-BR" sz="3600" dirty="0">
              <a:solidFill>
                <a:schemeClr val="tx2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3856014"/>
            <a:ext cx="6408712" cy="2278653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609600" y="-53144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pt-BR" dirty="0" err="1" smtClean="0"/>
              <a:t>Git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756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512" y="2924944"/>
            <a:ext cx="8229600" cy="1600200"/>
          </a:xfrm>
        </p:spPr>
        <p:txBody>
          <a:bodyPr/>
          <a:lstStyle/>
          <a:p>
            <a:r>
              <a:rPr lang="pt-BR" dirty="0" smtClean="0"/>
              <a:t>O que não veremos 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Comandos </a:t>
            </a:r>
            <a:r>
              <a:rPr lang="pt-BR" dirty="0" smtClean="0"/>
              <a:t>básicos</a:t>
            </a:r>
            <a:endParaRPr lang="pt-BR" dirty="0" smtClean="0"/>
          </a:p>
          <a:p>
            <a:r>
              <a:rPr lang="pt-BR" dirty="0" smtClean="0"/>
              <a:t>Onde procurar ajuda</a:t>
            </a:r>
          </a:p>
          <a:p>
            <a:r>
              <a:rPr lang="pt-BR" dirty="0" err="1" smtClean="0"/>
              <a:t>GitHub</a:t>
            </a:r>
            <a:endParaRPr lang="pt-BR" dirty="0" smtClean="0"/>
          </a:p>
          <a:p>
            <a:r>
              <a:rPr lang="pt-BR" dirty="0" smtClean="0"/>
              <a:t>Básico de </a:t>
            </a:r>
            <a:r>
              <a:rPr lang="pt-BR" dirty="0" err="1" smtClean="0"/>
              <a:t>Branching</a:t>
            </a:r>
            <a:r>
              <a:rPr lang="pt-BR" dirty="0" smtClean="0"/>
              <a:t> e Merge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r>
              <a:rPr lang="pt-BR" dirty="0" smtClean="0"/>
              <a:t>Instalação em diferentes SO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609600" y="-17140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pt-BR" dirty="0" smtClean="0"/>
              <a:t>O que veremos ?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717" y="722534"/>
            <a:ext cx="309562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16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Configurar </a:t>
            </a:r>
            <a:r>
              <a:rPr lang="pt-BR" dirty="0" err="1" smtClean="0"/>
              <a:t>Usuario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git</a:t>
            </a:r>
            <a:r>
              <a:rPr lang="pt-BR" dirty="0" smtClean="0"/>
              <a:t> </a:t>
            </a:r>
            <a:r>
              <a:rPr lang="pt-BR" dirty="0" err="1" smtClean="0"/>
              <a:t>config</a:t>
            </a:r>
            <a:r>
              <a:rPr lang="pt-BR" dirty="0" smtClean="0"/>
              <a:t> --global user.name “Nome Sobrenome” </a:t>
            </a:r>
          </a:p>
          <a:p>
            <a:r>
              <a:rPr lang="pt-BR" dirty="0" err="1" smtClean="0"/>
              <a:t>git</a:t>
            </a:r>
            <a:r>
              <a:rPr lang="pt-BR" dirty="0" smtClean="0"/>
              <a:t> </a:t>
            </a:r>
            <a:r>
              <a:rPr lang="pt-BR" dirty="0" err="1" smtClean="0"/>
              <a:t>config</a:t>
            </a:r>
            <a:r>
              <a:rPr lang="pt-BR" dirty="0" smtClean="0"/>
              <a:t> --global </a:t>
            </a:r>
            <a:r>
              <a:rPr lang="pt-BR" dirty="0" err="1" smtClean="0"/>
              <a:t>user.email</a:t>
            </a:r>
            <a:r>
              <a:rPr lang="pt-BR" dirty="0" smtClean="0"/>
              <a:t> “email@algo.com”</a:t>
            </a:r>
          </a:p>
          <a:p>
            <a:r>
              <a:rPr lang="pt-BR" dirty="0" err="1" smtClean="0"/>
              <a:t>git</a:t>
            </a:r>
            <a:r>
              <a:rPr lang="pt-BR" dirty="0" smtClean="0"/>
              <a:t> </a:t>
            </a:r>
            <a:r>
              <a:rPr lang="pt-BR" dirty="0" err="1" smtClean="0"/>
              <a:t>config</a:t>
            </a:r>
            <a:r>
              <a:rPr lang="pt-BR" dirty="0" smtClean="0"/>
              <a:t> </a:t>
            </a:r>
            <a:r>
              <a:rPr lang="pt-BR" dirty="0" smtClean="0"/>
              <a:t>--global </a:t>
            </a:r>
            <a:r>
              <a:rPr lang="pt-BR" dirty="0" err="1" smtClean="0"/>
              <a:t>core.editor</a:t>
            </a:r>
            <a:r>
              <a:rPr lang="pt-BR" dirty="0"/>
              <a:t> </a:t>
            </a:r>
            <a:r>
              <a:rPr lang="pt-BR" dirty="0" smtClean="0"/>
              <a:t>“vim</a:t>
            </a:r>
            <a:r>
              <a:rPr lang="pt-BR" dirty="0" smtClean="0"/>
              <a:t>”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01" y="1700808"/>
            <a:ext cx="5314190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8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Abrindo o </a:t>
            </a:r>
            <a:r>
              <a:rPr lang="pt-BR" dirty="0" err="1" smtClean="0"/>
              <a:t>git</a:t>
            </a:r>
            <a:r>
              <a:rPr lang="pt-BR" dirty="0" smtClean="0"/>
              <a:t> </a:t>
            </a:r>
            <a:r>
              <a:rPr lang="pt-BR" dirty="0" err="1" smtClean="0"/>
              <a:t>bash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4148885" y="2003585"/>
            <a:ext cx="41764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Comandos básicos do terminal:</a:t>
            </a:r>
          </a:p>
          <a:p>
            <a:pPr marL="342900" indent="-342900">
              <a:buFont typeface="Wingdings"/>
              <a:buChar char="Ø"/>
            </a:pPr>
            <a:r>
              <a:rPr lang="pt-BR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</a:t>
            </a:r>
            <a:r>
              <a:rPr lang="pt-BR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d</a:t>
            </a:r>
            <a:endParaRPr lang="pt-BR" sz="2000" dirty="0" smtClean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pPr marL="342900" indent="-342900">
              <a:buFont typeface="Wingdings"/>
              <a:buChar char="Ø"/>
            </a:pPr>
            <a:r>
              <a:rPr lang="pt-BR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cd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..</a:t>
            </a:r>
          </a:p>
          <a:p>
            <a:pPr marL="342900" indent="-342900">
              <a:buFont typeface="Wingdings"/>
              <a:buChar char="Ø"/>
            </a:pPr>
            <a:r>
              <a:rPr lang="pt-BR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</a:t>
            </a:r>
            <a:r>
              <a:rPr lang="pt-BR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</a:t>
            </a:r>
            <a:endParaRPr lang="pt-BR" sz="2000" dirty="0" smtClean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pPr marL="342900" indent="-342900">
              <a:buFont typeface="Wingdings"/>
              <a:buChar char="Ø"/>
            </a:pPr>
            <a:r>
              <a:rPr lang="pt-BR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mkdir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6" y="1484784"/>
            <a:ext cx="3743848" cy="4915586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885315"/>
            <a:ext cx="4680520" cy="193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43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git</a:t>
            </a:r>
            <a:r>
              <a:rPr lang="pt-BR" dirty="0" smtClean="0"/>
              <a:t> help e documentação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395536" y="2276872"/>
            <a:ext cx="777686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/>
              <a:buChar char="Ø"/>
            </a:pPr>
            <a:r>
              <a:rPr lang="pt-BR" sz="3200" dirty="0" err="1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git</a:t>
            </a:r>
            <a:r>
              <a:rPr lang="pt-BR" sz="3200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 help </a:t>
            </a:r>
            <a:endParaRPr lang="pt-BR" sz="3200" dirty="0" smtClean="0">
              <a:solidFill>
                <a:schemeClr val="bg1">
                  <a:lumMod val="50000"/>
                </a:schemeClr>
              </a:solidFill>
              <a:latin typeface="+mj-lt"/>
            </a:endParaRPr>
          </a:p>
          <a:p>
            <a:pPr marL="457200" indent="-457200">
              <a:buFont typeface="Wingdings"/>
              <a:buChar char="Ø"/>
            </a:pPr>
            <a:endParaRPr lang="pt-BR" sz="3200" dirty="0" smtClean="0">
              <a:solidFill>
                <a:schemeClr val="bg1">
                  <a:lumMod val="50000"/>
                </a:schemeClr>
              </a:solidFill>
              <a:latin typeface="+mj-lt"/>
            </a:endParaRPr>
          </a:p>
          <a:p>
            <a:pPr marL="457200" indent="-457200">
              <a:buFont typeface="Wingdings"/>
              <a:buChar char="Ø"/>
            </a:pPr>
            <a:r>
              <a:rPr lang="pt-BR" sz="3200" dirty="0" err="1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git</a:t>
            </a:r>
            <a:r>
              <a:rPr lang="pt-BR" sz="3200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 help COMANDO</a:t>
            </a:r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97924">
            <a:off x="4788024" y="2132856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71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Comandos básicos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988840"/>
            <a:ext cx="8676456" cy="4525963"/>
          </a:xfrm>
        </p:spPr>
        <p:txBody>
          <a:bodyPr>
            <a:normAutofit lnSpcReduction="10000"/>
          </a:bodyPr>
          <a:lstStyle/>
          <a:p>
            <a:r>
              <a:rPr lang="pt-BR" sz="3400" dirty="0" err="1" smtClean="0"/>
              <a:t>git</a:t>
            </a:r>
            <a:r>
              <a:rPr lang="pt-BR" sz="3400" dirty="0" smtClean="0"/>
              <a:t> </a:t>
            </a:r>
            <a:r>
              <a:rPr lang="pt-BR" sz="3400" dirty="0" err="1" smtClean="0"/>
              <a:t>config</a:t>
            </a:r>
            <a:r>
              <a:rPr lang="pt-BR" sz="3400" dirty="0" smtClean="0"/>
              <a:t> </a:t>
            </a:r>
            <a:r>
              <a:rPr lang="pt-BR" sz="3400" dirty="0" smtClean="0"/>
              <a:t>--</a:t>
            </a:r>
            <a:r>
              <a:rPr lang="pt-BR" sz="3400" dirty="0" err="1" smtClean="0"/>
              <a:t>list</a:t>
            </a:r>
            <a:r>
              <a:rPr lang="pt-BR" sz="3400" dirty="0" smtClean="0"/>
              <a:t> (tudo que foi feito)</a:t>
            </a:r>
            <a:endParaRPr lang="pt-BR" sz="3400" dirty="0" smtClean="0"/>
          </a:p>
          <a:p>
            <a:r>
              <a:rPr lang="pt-BR" sz="3400" dirty="0" err="1" smtClean="0"/>
              <a:t>git</a:t>
            </a:r>
            <a:r>
              <a:rPr lang="pt-BR" sz="3400" dirty="0" smtClean="0"/>
              <a:t> </a:t>
            </a:r>
            <a:r>
              <a:rPr lang="pt-BR" sz="3400" dirty="0" err="1" smtClean="0"/>
              <a:t>init</a:t>
            </a:r>
            <a:r>
              <a:rPr lang="pt-BR" sz="3400" dirty="0" smtClean="0"/>
              <a:t> (iniciar </a:t>
            </a:r>
            <a:r>
              <a:rPr lang="pt-BR" sz="3400" dirty="0" err="1" smtClean="0"/>
              <a:t>staging</a:t>
            </a:r>
            <a:r>
              <a:rPr lang="pt-BR" sz="3400" dirty="0" smtClean="0"/>
              <a:t>)</a:t>
            </a:r>
            <a:endParaRPr lang="pt-BR" sz="3400" dirty="0" smtClean="0"/>
          </a:p>
          <a:p>
            <a:r>
              <a:rPr lang="pt-BR" sz="3400" dirty="0" err="1" smtClean="0"/>
              <a:t>git</a:t>
            </a:r>
            <a:r>
              <a:rPr lang="pt-BR" sz="3400" dirty="0" smtClean="0"/>
              <a:t> </a:t>
            </a:r>
            <a:r>
              <a:rPr lang="pt-BR" sz="3400" dirty="0" err="1" smtClean="0"/>
              <a:t>add</a:t>
            </a:r>
            <a:r>
              <a:rPr lang="pt-BR" sz="3400" dirty="0" smtClean="0"/>
              <a:t>(adicionar no </a:t>
            </a:r>
            <a:r>
              <a:rPr lang="pt-BR" sz="3400" dirty="0" err="1" smtClean="0"/>
              <a:t>staging</a:t>
            </a:r>
            <a:r>
              <a:rPr lang="pt-BR" sz="3400" dirty="0" smtClean="0"/>
              <a:t>)</a:t>
            </a:r>
            <a:endParaRPr lang="pt-BR" sz="3400" dirty="0" smtClean="0"/>
          </a:p>
          <a:p>
            <a:r>
              <a:rPr lang="pt-BR" sz="3400" dirty="0" err="1"/>
              <a:t>g</a:t>
            </a:r>
            <a:r>
              <a:rPr lang="pt-BR" sz="3400" dirty="0" err="1" smtClean="0"/>
              <a:t>it</a:t>
            </a:r>
            <a:r>
              <a:rPr lang="pt-BR" sz="3400" dirty="0" smtClean="0"/>
              <a:t> </a:t>
            </a:r>
            <a:r>
              <a:rPr lang="pt-BR" sz="3400" dirty="0" smtClean="0"/>
              <a:t>status(status do </a:t>
            </a:r>
            <a:r>
              <a:rPr lang="pt-BR" sz="3400" dirty="0" err="1" smtClean="0"/>
              <a:t>staging</a:t>
            </a:r>
            <a:r>
              <a:rPr lang="pt-BR" sz="3400" dirty="0" smtClean="0"/>
              <a:t>)</a:t>
            </a:r>
            <a:endParaRPr lang="pt-BR" sz="3400" dirty="0" smtClean="0"/>
          </a:p>
          <a:p>
            <a:r>
              <a:rPr lang="pt-BR" sz="3400" dirty="0" err="1"/>
              <a:t>g</a:t>
            </a:r>
            <a:r>
              <a:rPr lang="pt-BR" sz="3400" dirty="0" err="1" smtClean="0"/>
              <a:t>it</a:t>
            </a:r>
            <a:r>
              <a:rPr lang="pt-BR" sz="3400" dirty="0" smtClean="0"/>
              <a:t> </a:t>
            </a:r>
            <a:r>
              <a:rPr lang="pt-BR" sz="3400" dirty="0" err="1" smtClean="0"/>
              <a:t>diff</a:t>
            </a:r>
            <a:r>
              <a:rPr lang="pt-BR" sz="3400" dirty="0" smtClean="0"/>
              <a:t>(modificações feitas)</a:t>
            </a:r>
            <a:endParaRPr lang="pt-BR" sz="3400" dirty="0" smtClean="0"/>
          </a:p>
          <a:p>
            <a:r>
              <a:rPr lang="pt-BR" sz="3400" dirty="0" err="1" smtClean="0"/>
              <a:t>git</a:t>
            </a:r>
            <a:r>
              <a:rPr lang="pt-BR" sz="3400" dirty="0" smtClean="0"/>
              <a:t> </a:t>
            </a:r>
            <a:r>
              <a:rPr lang="pt-BR" sz="3400" dirty="0" err="1" smtClean="0"/>
              <a:t>mv</a:t>
            </a:r>
            <a:r>
              <a:rPr lang="pt-BR" sz="3400" dirty="0" smtClean="0"/>
              <a:t> “</a:t>
            </a:r>
            <a:r>
              <a:rPr lang="pt-BR" sz="3400" dirty="0" err="1" smtClean="0"/>
              <a:t>oldFileName</a:t>
            </a:r>
            <a:r>
              <a:rPr lang="pt-BR" sz="3400" dirty="0" smtClean="0"/>
              <a:t>” “</a:t>
            </a:r>
            <a:r>
              <a:rPr lang="pt-BR" sz="3400" dirty="0" err="1" smtClean="0"/>
              <a:t>newFileName</a:t>
            </a:r>
            <a:r>
              <a:rPr lang="pt-BR" sz="3400" dirty="0" smtClean="0"/>
              <a:t>”</a:t>
            </a:r>
          </a:p>
          <a:p>
            <a:pPr marL="0" indent="0">
              <a:buNone/>
            </a:pPr>
            <a:r>
              <a:rPr lang="pt-BR" sz="3400" dirty="0" smtClean="0"/>
              <a:t>  (alterar o nome do arquivo) </a:t>
            </a:r>
            <a:endParaRPr lang="pt-BR" sz="3400" dirty="0" smtClean="0"/>
          </a:p>
          <a:p>
            <a:pPr marL="0" indent="0">
              <a:buNone/>
            </a:pPr>
            <a:r>
              <a:rPr lang="pt-BR" dirty="0"/>
              <a:t> </a:t>
            </a:r>
            <a:r>
              <a:rPr lang="pt-BR" dirty="0" smtClean="0"/>
              <a:t> </a:t>
            </a: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3732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git</a:t>
            </a:r>
            <a:r>
              <a:rPr lang="pt-BR" dirty="0" smtClean="0"/>
              <a:t> </a:t>
            </a:r>
            <a:r>
              <a:rPr lang="pt-BR" dirty="0" err="1" smtClean="0"/>
              <a:t>commit</a:t>
            </a:r>
            <a:r>
              <a:rPr lang="pt-BR" dirty="0" smtClean="0"/>
              <a:t> (no </a:t>
            </a:r>
            <a:r>
              <a:rPr lang="pt-BR" dirty="0"/>
              <a:t>v</a:t>
            </a:r>
            <a:r>
              <a:rPr lang="pt-BR" dirty="0" smtClean="0"/>
              <a:t>im)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844824"/>
            <a:ext cx="5184576" cy="2763476"/>
          </a:xfrm>
        </p:spPr>
      </p:pic>
      <p:sp>
        <p:nvSpPr>
          <p:cNvPr id="5" name="CaixaDeTexto 4"/>
          <p:cNvSpPr txBox="1"/>
          <p:nvPr/>
        </p:nvSpPr>
        <p:spPr>
          <a:xfrm>
            <a:off x="570094" y="4869160"/>
            <a:ext cx="5184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pt-BR" sz="3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Começar: </a:t>
            </a:r>
            <a:r>
              <a:rPr lang="pt-BR" sz="3600" dirty="0" err="1" smtClean="0">
                <a:solidFill>
                  <a:schemeClr val="tx2"/>
                </a:solidFill>
                <a:latin typeface="+mj-lt"/>
              </a:rPr>
              <a:t>Esc</a:t>
            </a:r>
            <a:r>
              <a:rPr lang="pt-BR" sz="3600" dirty="0" smtClean="0">
                <a:solidFill>
                  <a:schemeClr val="tx2"/>
                </a:solidFill>
                <a:latin typeface="+mj-lt"/>
              </a:rPr>
              <a:t> I</a:t>
            </a:r>
          </a:p>
          <a:p>
            <a:pPr marL="285750" indent="-285750">
              <a:buFont typeface="Wingdings"/>
              <a:buChar char="Ø"/>
            </a:pPr>
            <a:r>
              <a:rPr lang="pt-BR" sz="3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Sair: </a:t>
            </a:r>
            <a:r>
              <a:rPr lang="pt-BR" sz="3600" dirty="0" smtClean="0">
                <a:solidFill>
                  <a:schemeClr val="tx2"/>
                </a:solidFill>
                <a:latin typeface="+mj-lt"/>
              </a:rPr>
              <a:t>:</a:t>
            </a:r>
            <a:r>
              <a:rPr lang="pt-BR" sz="3600" dirty="0" err="1" smtClean="0">
                <a:solidFill>
                  <a:schemeClr val="tx2"/>
                </a:solidFill>
                <a:latin typeface="+mj-lt"/>
              </a:rPr>
              <a:t>wq</a:t>
            </a:r>
            <a:endParaRPr lang="pt-BR" sz="36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7714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git</a:t>
            </a:r>
            <a:r>
              <a:rPr lang="pt-BR" dirty="0" smtClean="0"/>
              <a:t> </a:t>
            </a:r>
            <a:r>
              <a:rPr lang="pt-BR" dirty="0" err="1" smtClean="0"/>
              <a:t>commit</a:t>
            </a:r>
            <a:r>
              <a:rPr lang="pt-BR" dirty="0" smtClean="0"/>
              <a:t>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1916832"/>
            <a:ext cx="8229600" cy="4525963"/>
          </a:xfrm>
        </p:spPr>
        <p:txBody>
          <a:bodyPr/>
          <a:lstStyle/>
          <a:p>
            <a:r>
              <a:rPr lang="pt-BR" dirty="0" err="1" smtClean="0"/>
              <a:t>git</a:t>
            </a:r>
            <a:r>
              <a:rPr lang="pt-BR" dirty="0" smtClean="0"/>
              <a:t> </a:t>
            </a:r>
            <a:r>
              <a:rPr lang="pt-BR" dirty="0" err="1" smtClean="0"/>
              <a:t>commit</a:t>
            </a:r>
            <a:r>
              <a:rPr lang="pt-BR" dirty="0" smtClean="0"/>
              <a:t> –a (pular </a:t>
            </a:r>
            <a:r>
              <a:rPr lang="pt-BR" dirty="0" err="1" smtClean="0"/>
              <a:t>staging</a:t>
            </a:r>
            <a:r>
              <a:rPr lang="pt-BR" dirty="0"/>
              <a:t> </a:t>
            </a:r>
            <a:r>
              <a:rPr lang="pt-BR" dirty="0" smtClean="0"/>
              <a:t>)</a:t>
            </a:r>
          </a:p>
          <a:p>
            <a:endParaRPr lang="pt-BR" dirty="0" smtClean="0"/>
          </a:p>
          <a:p>
            <a:r>
              <a:rPr lang="pt-BR" dirty="0" err="1" smtClean="0"/>
              <a:t>git</a:t>
            </a:r>
            <a:r>
              <a:rPr lang="pt-BR" dirty="0" smtClean="0"/>
              <a:t> </a:t>
            </a:r>
            <a:r>
              <a:rPr lang="pt-BR" dirty="0" err="1" smtClean="0"/>
              <a:t>commit</a:t>
            </a:r>
            <a:r>
              <a:rPr lang="pt-BR" dirty="0" smtClean="0"/>
              <a:t> –m (adicionar </a:t>
            </a:r>
            <a:r>
              <a:rPr lang="pt-BR" dirty="0" smtClean="0"/>
              <a:t>comentário </a:t>
            </a:r>
            <a:r>
              <a:rPr lang="pt-BR" dirty="0" smtClean="0"/>
              <a:t>mais facilmente)</a:t>
            </a:r>
          </a:p>
          <a:p>
            <a:endParaRPr lang="pt-BR" dirty="0" smtClean="0"/>
          </a:p>
          <a:p>
            <a:r>
              <a:rPr lang="pt-BR" dirty="0" err="1" smtClean="0"/>
              <a:t>git</a:t>
            </a:r>
            <a:r>
              <a:rPr lang="pt-BR" dirty="0" smtClean="0"/>
              <a:t> </a:t>
            </a:r>
            <a:r>
              <a:rPr lang="pt-BR" dirty="0" err="1" smtClean="0"/>
              <a:t>rm</a:t>
            </a:r>
            <a:r>
              <a:rPr lang="pt-BR" dirty="0" smtClean="0"/>
              <a:t> --</a:t>
            </a:r>
            <a:r>
              <a:rPr lang="pt-BR" dirty="0" err="1" smtClean="0"/>
              <a:t>cached</a:t>
            </a:r>
            <a:r>
              <a:rPr lang="pt-BR" dirty="0" smtClean="0"/>
              <a:t> “file”(para retirar </a:t>
            </a:r>
            <a:r>
              <a:rPr lang="pt-BR" dirty="0" smtClean="0"/>
              <a:t>o último </a:t>
            </a:r>
            <a:r>
              <a:rPr lang="pt-BR" dirty="0" smtClean="0"/>
              <a:t>arquivo do </a:t>
            </a:r>
            <a:r>
              <a:rPr lang="pt-BR" dirty="0" err="1" smtClean="0"/>
              <a:t>staging</a:t>
            </a:r>
            <a:r>
              <a:rPr lang="pt-BR" dirty="0" smtClean="0"/>
              <a:t>)</a:t>
            </a:r>
          </a:p>
          <a:p>
            <a:endParaRPr lang="pt-BR" dirty="0"/>
          </a:p>
          <a:p>
            <a:r>
              <a:rPr lang="pt-BR" dirty="0" err="1" smtClean="0"/>
              <a:t>git</a:t>
            </a:r>
            <a:r>
              <a:rPr lang="pt-BR" dirty="0" smtClean="0"/>
              <a:t> </a:t>
            </a:r>
            <a:r>
              <a:rPr lang="pt-BR" dirty="0" err="1" smtClean="0"/>
              <a:t>commit</a:t>
            </a:r>
            <a:r>
              <a:rPr lang="pt-BR" dirty="0" smtClean="0"/>
              <a:t> –</a:t>
            </a:r>
            <a:r>
              <a:rPr lang="pt-BR" dirty="0" err="1" smtClean="0"/>
              <a:t>amend</a:t>
            </a:r>
            <a:r>
              <a:rPr lang="pt-BR" dirty="0" smtClean="0"/>
              <a:t> (refazer o ultimo </a:t>
            </a:r>
            <a:r>
              <a:rPr lang="pt-BR" dirty="0" err="1" smtClean="0"/>
              <a:t>commit</a:t>
            </a:r>
            <a:r>
              <a:rPr lang="pt-BR" dirty="0" smtClean="0"/>
              <a:t>)</a:t>
            </a:r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47911">
            <a:off x="6230630" y="431639"/>
            <a:ext cx="2524896" cy="252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80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git</a:t>
            </a:r>
            <a:r>
              <a:rPr lang="pt-BR" dirty="0" smtClean="0"/>
              <a:t> log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Mostra todos os </a:t>
            </a:r>
            <a:r>
              <a:rPr lang="pt-BR" dirty="0" err="1" smtClean="0"/>
              <a:t>commits</a:t>
            </a:r>
            <a:r>
              <a:rPr lang="pt-BR" dirty="0" smtClean="0"/>
              <a:t> logs</a:t>
            </a:r>
          </a:p>
          <a:p>
            <a:endParaRPr lang="pt-BR" dirty="0" smtClean="0"/>
          </a:p>
          <a:p>
            <a:r>
              <a:rPr lang="pt-BR" dirty="0" smtClean="0"/>
              <a:t>Formatação sugerida:</a:t>
            </a:r>
          </a:p>
          <a:p>
            <a:r>
              <a:rPr lang="pt-BR" dirty="0" err="1" smtClean="0"/>
              <a:t>git</a:t>
            </a:r>
            <a:r>
              <a:rPr lang="pt-BR" dirty="0" smtClean="0"/>
              <a:t> log –</a:t>
            </a:r>
            <a:r>
              <a:rPr lang="pt-BR" dirty="0" err="1" smtClean="0"/>
              <a:t>pretty</a:t>
            </a:r>
            <a:r>
              <a:rPr lang="pt-BR" dirty="0" smtClean="0"/>
              <a:t>=</a:t>
            </a:r>
            <a:r>
              <a:rPr lang="pt-BR" dirty="0" err="1" smtClean="0"/>
              <a:t>format</a:t>
            </a:r>
            <a:r>
              <a:rPr lang="pt-BR" dirty="0" smtClean="0"/>
              <a:t>: “%h , %</a:t>
            </a:r>
            <a:r>
              <a:rPr lang="pt-BR" dirty="0" err="1" smtClean="0"/>
              <a:t>an</a:t>
            </a:r>
            <a:r>
              <a:rPr lang="pt-BR" dirty="0" smtClean="0"/>
              <a:t> , %ar , %s”</a:t>
            </a:r>
          </a:p>
          <a:p>
            <a:r>
              <a:rPr lang="pt-BR" dirty="0" smtClean="0"/>
              <a:t>%h : inicio da “</a:t>
            </a:r>
            <a:r>
              <a:rPr lang="pt-BR" dirty="0" err="1" smtClean="0"/>
              <a:t>key</a:t>
            </a:r>
            <a:r>
              <a:rPr lang="pt-BR" dirty="0" smtClean="0"/>
              <a:t>” do log</a:t>
            </a:r>
          </a:p>
          <a:p>
            <a:r>
              <a:rPr lang="pt-BR" dirty="0" smtClean="0"/>
              <a:t>%</a:t>
            </a:r>
            <a:r>
              <a:rPr lang="pt-BR" dirty="0" err="1" smtClean="0"/>
              <a:t>an</a:t>
            </a:r>
            <a:r>
              <a:rPr lang="pt-BR" dirty="0" smtClean="0"/>
              <a:t> : autor</a:t>
            </a:r>
          </a:p>
          <a:p>
            <a:r>
              <a:rPr lang="pt-BR" dirty="0" smtClean="0"/>
              <a:t>%ar : minutos </a:t>
            </a:r>
            <a:r>
              <a:rPr lang="pt-BR" dirty="0" err="1" smtClean="0"/>
              <a:t>ago</a:t>
            </a:r>
            <a:r>
              <a:rPr lang="pt-BR" dirty="0" smtClean="0"/>
              <a:t> (ou data)</a:t>
            </a:r>
          </a:p>
          <a:p>
            <a:r>
              <a:rPr lang="pt-BR" dirty="0" smtClean="0"/>
              <a:t>%s : </a:t>
            </a:r>
            <a:r>
              <a:rPr lang="pt-BR" dirty="0" err="1" smtClean="0"/>
              <a:t>commit</a:t>
            </a:r>
            <a:r>
              <a:rPr lang="pt-BR" dirty="0" smtClean="0"/>
              <a:t> log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723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841" y="1754747"/>
            <a:ext cx="5822471" cy="4371416"/>
          </a:xfr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04768"/>
            <a:ext cx="3888432" cy="144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65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Conteúdo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56792"/>
            <a:ext cx="7611538" cy="3105584"/>
          </a:xfrm>
        </p:spPr>
      </p:pic>
      <p:sp>
        <p:nvSpPr>
          <p:cNvPr id="9" name="CaixaDeTexto 8"/>
          <p:cNvSpPr txBox="1"/>
          <p:nvPr/>
        </p:nvSpPr>
        <p:spPr>
          <a:xfrm>
            <a:off x="1043608" y="4797152"/>
            <a:ext cx="5616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pt-BR" dirty="0" err="1" smtClean="0">
                <a:solidFill>
                  <a:schemeClr val="accent6"/>
                </a:solidFill>
                <a:latin typeface="+mj-lt"/>
              </a:rPr>
              <a:t>git</a:t>
            </a:r>
            <a:r>
              <a:rPr lang="pt-BR" dirty="0" smtClean="0">
                <a:solidFill>
                  <a:schemeClr val="accent6"/>
                </a:solidFill>
                <a:latin typeface="+mj-lt"/>
              </a:rPr>
              <a:t> </a:t>
            </a:r>
            <a:r>
              <a:rPr lang="pt-BR" dirty="0" err="1" smtClean="0">
                <a:solidFill>
                  <a:schemeClr val="accent6"/>
                </a:solidFill>
                <a:latin typeface="+mj-lt"/>
              </a:rPr>
              <a:t>init</a:t>
            </a:r>
            <a:endParaRPr lang="pt-BR" dirty="0" smtClean="0">
              <a:solidFill>
                <a:schemeClr val="accent6"/>
              </a:solidFill>
              <a:latin typeface="+mj-lt"/>
            </a:endParaRPr>
          </a:p>
          <a:p>
            <a:pPr marL="285750" indent="-285750">
              <a:buFont typeface="Wingdings"/>
              <a:buChar char="Ø"/>
            </a:pPr>
            <a:r>
              <a:rPr lang="pt-BR" dirty="0" err="1" smtClean="0">
                <a:solidFill>
                  <a:schemeClr val="accent6"/>
                </a:solidFill>
                <a:latin typeface="+mj-lt"/>
              </a:rPr>
              <a:t>git</a:t>
            </a:r>
            <a:r>
              <a:rPr lang="pt-BR" dirty="0" smtClean="0">
                <a:solidFill>
                  <a:schemeClr val="accent6"/>
                </a:solidFill>
                <a:latin typeface="+mj-lt"/>
              </a:rPr>
              <a:t> </a:t>
            </a:r>
            <a:r>
              <a:rPr lang="pt-BR" dirty="0" err="1" smtClean="0">
                <a:solidFill>
                  <a:schemeClr val="accent6"/>
                </a:solidFill>
                <a:latin typeface="+mj-lt"/>
              </a:rPr>
              <a:t>add</a:t>
            </a:r>
            <a:endParaRPr lang="pt-BR" dirty="0" smtClean="0">
              <a:solidFill>
                <a:schemeClr val="accent6"/>
              </a:solidFill>
              <a:latin typeface="+mj-lt"/>
            </a:endParaRPr>
          </a:p>
          <a:p>
            <a:pPr marL="285750" indent="-285750">
              <a:buFont typeface="Wingdings"/>
              <a:buChar char="Ø"/>
            </a:pPr>
            <a:r>
              <a:rPr lang="pt-BR" dirty="0" err="1" smtClean="0">
                <a:solidFill>
                  <a:schemeClr val="accent6"/>
                </a:solidFill>
                <a:latin typeface="+mj-lt"/>
              </a:rPr>
              <a:t>git</a:t>
            </a:r>
            <a:r>
              <a:rPr lang="pt-BR" dirty="0" smtClean="0">
                <a:solidFill>
                  <a:schemeClr val="accent6"/>
                </a:solidFill>
                <a:latin typeface="+mj-lt"/>
              </a:rPr>
              <a:t> </a:t>
            </a:r>
            <a:r>
              <a:rPr lang="pt-BR" dirty="0" err="1" smtClean="0">
                <a:solidFill>
                  <a:schemeClr val="accent6"/>
                </a:solidFill>
                <a:latin typeface="+mj-lt"/>
              </a:rPr>
              <a:t>commit</a:t>
            </a:r>
            <a:endParaRPr lang="pt-BR" dirty="0" smtClean="0">
              <a:solidFill>
                <a:schemeClr val="accent6"/>
              </a:solidFill>
              <a:latin typeface="+mj-lt"/>
            </a:endParaRPr>
          </a:p>
          <a:p>
            <a:pPr marL="285750" indent="-285750">
              <a:buFont typeface="Wingdings"/>
              <a:buChar char="Ø"/>
            </a:pPr>
            <a:r>
              <a:rPr lang="pt-BR" dirty="0" err="1" smtClean="0">
                <a:solidFill>
                  <a:schemeClr val="accent6"/>
                </a:solidFill>
                <a:latin typeface="+mj-lt"/>
              </a:rPr>
              <a:t>git</a:t>
            </a:r>
            <a:r>
              <a:rPr lang="pt-BR" dirty="0" smtClean="0">
                <a:solidFill>
                  <a:schemeClr val="accent6"/>
                </a:solidFill>
                <a:latin typeface="+mj-lt"/>
              </a:rPr>
              <a:t> </a:t>
            </a:r>
            <a:r>
              <a:rPr lang="pt-BR" dirty="0" err="1" smtClean="0">
                <a:solidFill>
                  <a:schemeClr val="accent6"/>
                </a:solidFill>
                <a:latin typeface="+mj-lt"/>
              </a:rPr>
              <a:t>remote</a:t>
            </a:r>
            <a:r>
              <a:rPr lang="pt-BR" dirty="0" smtClean="0">
                <a:solidFill>
                  <a:schemeClr val="accent6"/>
                </a:solidFill>
                <a:latin typeface="+mj-lt"/>
              </a:rPr>
              <a:t> </a:t>
            </a:r>
            <a:r>
              <a:rPr lang="pt-BR" dirty="0" err="1" smtClean="0">
                <a:solidFill>
                  <a:schemeClr val="accent6"/>
                </a:solidFill>
                <a:latin typeface="+mj-lt"/>
              </a:rPr>
              <a:t>add</a:t>
            </a:r>
            <a:r>
              <a:rPr lang="pt-BR" dirty="0" smtClean="0">
                <a:solidFill>
                  <a:schemeClr val="accent6"/>
                </a:solidFill>
                <a:latin typeface="+mj-lt"/>
              </a:rPr>
              <a:t> </a:t>
            </a:r>
            <a:r>
              <a:rPr lang="pt-BR" dirty="0" err="1" smtClean="0">
                <a:solidFill>
                  <a:schemeClr val="accent6"/>
                </a:solidFill>
                <a:latin typeface="+mj-lt"/>
              </a:rPr>
              <a:t>origin</a:t>
            </a:r>
            <a:r>
              <a:rPr lang="pt-BR" dirty="0" smtClean="0">
                <a:solidFill>
                  <a:schemeClr val="accent6"/>
                </a:solidFill>
                <a:latin typeface="+mj-lt"/>
              </a:rPr>
              <a:t> *</a:t>
            </a:r>
          </a:p>
          <a:p>
            <a:pPr marL="285750" indent="-285750">
              <a:buFont typeface="Wingdings"/>
              <a:buChar char="Ø"/>
            </a:pPr>
            <a:r>
              <a:rPr lang="pt-BR" dirty="0" err="1" smtClean="0">
                <a:solidFill>
                  <a:schemeClr val="tx2"/>
                </a:solidFill>
                <a:latin typeface="+mj-lt"/>
              </a:rPr>
              <a:t>git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 </a:t>
            </a:r>
            <a:r>
              <a:rPr lang="pt-BR" dirty="0" err="1" smtClean="0">
                <a:solidFill>
                  <a:schemeClr val="tx2"/>
                </a:solidFill>
                <a:latin typeface="+mj-lt"/>
              </a:rPr>
              <a:t>push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 -u </a:t>
            </a:r>
            <a:r>
              <a:rPr lang="pt-BR" dirty="0" err="1" smtClean="0">
                <a:solidFill>
                  <a:schemeClr val="tx2"/>
                </a:solidFill>
                <a:latin typeface="+mj-lt"/>
              </a:rPr>
              <a:t>origin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 </a:t>
            </a:r>
            <a:r>
              <a:rPr lang="pt-BR" dirty="0" err="1" smtClean="0">
                <a:solidFill>
                  <a:schemeClr val="tx2"/>
                </a:solidFill>
                <a:latin typeface="+mj-lt"/>
              </a:rPr>
              <a:t>master</a:t>
            </a:r>
            <a:endParaRPr lang="pt-BR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04769"/>
            <a:ext cx="3888432" cy="144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46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git</a:t>
            </a:r>
            <a:r>
              <a:rPr lang="pt-BR" dirty="0" smtClean="0"/>
              <a:t> </a:t>
            </a:r>
            <a:r>
              <a:rPr lang="pt-BR" dirty="0" err="1" smtClean="0"/>
              <a:t>push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700808"/>
            <a:ext cx="3699867" cy="3699867"/>
          </a:xfrm>
        </p:spPr>
      </p:pic>
      <p:sp>
        <p:nvSpPr>
          <p:cNvPr id="6" name="CaixaDeTexto 5"/>
          <p:cNvSpPr txBox="1"/>
          <p:nvPr/>
        </p:nvSpPr>
        <p:spPr>
          <a:xfrm>
            <a:off x="323528" y="1916831"/>
            <a:ext cx="417646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pt-BR" sz="32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git</a:t>
            </a:r>
            <a:r>
              <a:rPr lang="pt-BR" sz="3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32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push</a:t>
            </a:r>
            <a:r>
              <a:rPr lang="pt-BR" sz="3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--</a:t>
            </a:r>
            <a:r>
              <a:rPr lang="pt-BR" sz="32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all</a:t>
            </a:r>
            <a:endParaRPr lang="pt-BR" sz="32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/>
              <a:buChar char="Ø"/>
            </a:pPr>
            <a:endParaRPr lang="pt-BR" sz="32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/>
              <a:buChar char="Ø"/>
            </a:pPr>
            <a:r>
              <a:rPr lang="pt-BR" sz="32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git</a:t>
            </a:r>
            <a:r>
              <a:rPr lang="pt-BR" sz="3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32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push</a:t>
            </a:r>
            <a:r>
              <a:rPr lang="pt-BR" sz="3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3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–force</a:t>
            </a:r>
          </a:p>
          <a:p>
            <a:pPr marL="285750" indent="-285750">
              <a:buFont typeface="Wingdings"/>
              <a:buChar char="Ø"/>
            </a:pPr>
            <a:endParaRPr lang="pt-B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/>
              <a:buChar char="Ø"/>
            </a:pPr>
            <a:r>
              <a:rPr lang="pt-BR" sz="32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git</a:t>
            </a:r>
            <a:r>
              <a:rPr lang="pt-BR" sz="3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–u </a:t>
            </a:r>
            <a:r>
              <a:rPr lang="pt-BR" sz="32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origin</a:t>
            </a:r>
            <a:r>
              <a:rPr lang="pt-BR" sz="3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32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master</a:t>
            </a:r>
            <a:endParaRPr lang="pt-BR" sz="32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/>
              <a:buChar char="Ø"/>
            </a:pPr>
            <a:endParaRPr lang="pt-B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32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/>
              <a:buChar char="Ø"/>
            </a:pP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4847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git</a:t>
            </a:r>
            <a:r>
              <a:rPr lang="pt-BR" dirty="0" smtClean="0"/>
              <a:t> </a:t>
            </a:r>
            <a:r>
              <a:rPr lang="pt-BR" dirty="0" err="1" smtClean="0"/>
              <a:t>pull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28280">
            <a:off x="171602" y="1008294"/>
            <a:ext cx="3669718" cy="4281339"/>
          </a:xfrm>
        </p:spPr>
      </p:pic>
      <p:sp>
        <p:nvSpPr>
          <p:cNvPr id="5" name="CaixaDeTexto 4"/>
          <p:cNvSpPr txBox="1"/>
          <p:nvPr/>
        </p:nvSpPr>
        <p:spPr>
          <a:xfrm>
            <a:off x="5076056" y="2132856"/>
            <a:ext cx="352839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pt-BR" sz="3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git</a:t>
            </a:r>
            <a:r>
              <a:rPr lang="pt-BR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pt-BR" sz="3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remote</a:t>
            </a:r>
            <a:r>
              <a:rPr lang="pt-BR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–v</a:t>
            </a:r>
          </a:p>
          <a:p>
            <a:pPr marL="285750" indent="-285750">
              <a:buFont typeface="Wingdings"/>
              <a:buChar char="Ø"/>
            </a:pPr>
            <a:endParaRPr lang="pt-BR" sz="3600" dirty="0" smtClean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marL="285750" indent="-285750">
              <a:buFont typeface="Wingdings"/>
              <a:buChar char="Ø"/>
            </a:pPr>
            <a:endParaRPr lang="pt-BR" sz="3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marL="285750" indent="-285750">
              <a:buFont typeface="Wingdings"/>
              <a:buChar char="Ø"/>
            </a:pPr>
            <a:r>
              <a:rPr lang="pt-BR" sz="3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git</a:t>
            </a:r>
            <a:r>
              <a:rPr lang="pt-BR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pt-BR" sz="3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pull</a:t>
            </a:r>
            <a:r>
              <a:rPr lang="pt-BR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“ “</a:t>
            </a:r>
            <a:endParaRPr lang="pt-BR" sz="3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marL="285750" indent="-285750">
              <a:buFont typeface="Wingdings"/>
              <a:buChar char="Ø"/>
            </a:pPr>
            <a:endParaRPr lang="pt-BR" dirty="0" smtClean="0"/>
          </a:p>
          <a:p>
            <a:pPr marL="285750" indent="-285750">
              <a:buFont typeface="Wingdings"/>
              <a:buChar char="Ø"/>
            </a:pPr>
            <a:endParaRPr lang="pt-BR" dirty="0"/>
          </a:p>
          <a:p>
            <a:pPr marL="285750" indent="-285750">
              <a:buFont typeface="Wingdings"/>
              <a:buChar char="Ø"/>
            </a:pPr>
            <a:endParaRPr lang="pt-BR" dirty="0" smtClean="0"/>
          </a:p>
          <a:p>
            <a:pPr marL="285750" indent="-285750">
              <a:buFont typeface="Wingdings"/>
              <a:buChar char="Ø"/>
            </a:pPr>
            <a:endParaRPr lang="pt-BR" dirty="0"/>
          </a:p>
          <a:p>
            <a:pPr marL="285750" indent="-285750">
              <a:buFont typeface="Wingdings"/>
              <a:buChar char="Ø"/>
            </a:pPr>
            <a:endParaRPr lang="pt-BR" dirty="0" smtClean="0"/>
          </a:p>
          <a:p>
            <a:pPr marL="285750" indent="-285750">
              <a:buFont typeface="Wingdings"/>
              <a:buChar char="Ø"/>
            </a:pPr>
            <a:endParaRPr lang="pt-BR" dirty="0"/>
          </a:p>
          <a:p>
            <a:pPr marL="285750" indent="-285750">
              <a:buFont typeface="Wingdings"/>
              <a:buChar char="Ø"/>
            </a:pPr>
            <a:endParaRPr lang="pt-BR" dirty="0" smtClean="0"/>
          </a:p>
          <a:p>
            <a:pPr marL="285750" indent="-285750">
              <a:buFont typeface="Wingdings"/>
              <a:buChar char="Ø"/>
            </a:pPr>
            <a:endParaRPr lang="pt-BR" dirty="0"/>
          </a:p>
          <a:p>
            <a:pPr marL="285750" indent="-285750">
              <a:buFont typeface="Wingdings"/>
              <a:buChar char="Ø"/>
            </a:pPr>
            <a:endParaRPr lang="pt-BR" dirty="0" smtClean="0"/>
          </a:p>
          <a:p>
            <a:pPr marL="285750" indent="-285750">
              <a:buFont typeface="Wingdings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803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git</a:t>
            </a:r>
            <a:r>
              <a:rPr lang="pt-BR" dirty="0" smtClean="0"/>
              <a:t> </a:t>
            </a:r>
            <a:r>
              <a:rPr lang="pt-BR" dirty="0" err="1" smtClean="0"/>
              <a:t>tag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841" y="1600200"/>
            <a:ext cx="6028318" cy="4525963"/>
          </a:xfrm>
        </p:spPr>
      </p:pic>
    </p:spTree>
    <p:extLst>
      <p:ext uri="{BB962C8B-B14F-4D97-AF65-F5344CB8AC3E}">
        <p14:creationId xmlns:p14="http://schemas.microsoft.com/office/powerpoint/2010/main" val="476286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781128"/>
          </a:xfrm>
        </p:spPr>
        <p:txBody>
          <a:bodyPr>
            <a:normAutofit fontScale="85000" lnSpcReduction="20000"/>
          </a:bodyPr>
          <a:lstStyle/>
          <a:p>
            <a:r>
              <a:rPr lang="pt-BR" sz="2800" dirty="0" smtClean="0"/>
              <a:t>Relembrar: </a:t>
            </a:r>
            <a:r>
              <a:rPr lang="pt-BR" sz="2800" dirty="0" err="1" smtClean="0"/>
              <a:t>git</a:t>
            </a:r>
            <a:r>
              <a:rPr lang="pt-BR" sz="2800" dirty="0" smtClean="0"/>
              <a:t> log --</a:t>
            </a:r>
            <a:r>
              <a:rPr lang="pt-BR" sz="2800" dirty="0" err="1" smtClean="0"/>
              <a:t>pretty</a:t>
            </a:r>
            <a:r>
              <a:rPr lang="pt-BR" sz="2800" dirty="0" smtClean="0"/>
              <a:t>=</a:t>
            </a:r>
            <a:r>
              <a:rPr lang="pt-BR" sz="2800" dirty="0" err="1" smtClean="0"/>
              <a:t>oneline</a:t>
            </a:r>
            <a:r>
              <a:rPr lang="pt-BR" sz="2800" dirty="0" smtClean="0"/>
              <a:t> </a:t>
            </a:r>
          </a:p>
          <a:p>
            <a:endParaRPr lang="pt-BR" sz="2800" dirty="0" smtClean="0"/>
          </a:p>
          <a:p>
            <a:r>
              <a:rPr lang="pt-BR" sz="2800" dirty="0" smtClean="0"/>
              <a:t>6 primeiros caracteres ! (</a:t>
            </a:r>
            <a:r>
              <a:rPr lang="pt-BR" sz="2800" dirty="0" err="1" smtClean="0"/>
              <a:t>ex</a:t>
            </a:r>
            <a:r>
              <a:rPr lang="pt-BR" sz="2800" dirty="0" smtClean="0"/>
              <a:t>: c930a8)</a:t>
            </a:r>
          </a:p>
          <a:p>
            <a:endParaRPr lang="pt-BR" sz="2800" dirty="0"/>
          </a:p>
          <a:p>
            <a:r>
              <a:rPr lang="pt-BR" sz="2800" dirty="0" err="1" smtClean="0"/>
              <a:t>git</a:t>
            </a:r>
            <a:r>
              <a:rPr lang="pt-BR" sz="2800" dirty="0" smtClean="0"/>
              <a:t> </a:t>
            </a:r>
            <a:r>
              <a:rPr lang="pt-BR" sz="2800" dirty="0" err="1" smtClean="0"/>
              <a:t>tag</a:t>
            </a:r>
            <a:r>
              <a:rPr lang="pt-BR" sz="2800" dirty="0" smtClean="0"/>
              <a:t> -a v0.5 c930a8 (entrar </a:t>
            </a:r>
            <a:r>
              <a:rPr lang="pt-BR" sz="2800" dirty="0" smtClean="0">
                <a:solidFill>
                  <a:schemeClr val="tx2"/>
                </a:solidFill>
              </a:rPr>
              <a:t>I</a:t>
            </a:r>
          </a:p>
          <a:p>
            <a:pPr marL="0" indent="0">
              <a:buNone/>
            </a:pPr>
            <a:r>
              <a:rPr lang="pt-BR" sz="2800" dirty="0" smtClean="0"/>
              <a:t>                                            sair </a:t>
            </a:r>
            <a:r>
              <a:rPr lang="pt-BR" sz="2800" dirty="0" err="1">
                <a:solidFill>
                  <a:schemeClr val="tx2"/>
                </a:solidFill>
              </a:rPr>
              <a:t>esc:wq</a:t>
            </a:r>
            <a:r>
              <a:rPr lang="pt-BR" sz="2800" dirty="0" smtClean="0"/>
              <a:t>)</a:t>
            </a:r>
          </a:p>
          <a:p>
            <a:pPr marL="0" indent="0">
              <a:buNone/>
            </a:pPr>
            <a:endParaRPr lang="pt-BR" sz="2800" dirty="0" smtClean="0"/>
          </a:p>
          <a:p>
            <a:r>
              <a:rPr lang="pt-BR" sz="2800" dirty="0" err="1" smtClean="0"/>
              <a:t>git</a:t>
            </a:r>
            <a:r>
              <a:rPr lang="pt-BR" sz="2800" dirty="0" smtClean="0"/>
              <a:t> </a:t>
            </a:r>
            <a:r>
              <a:rPr lang="pt-BR" sz="2800" dirty="0" err="1" smtClean="0"/>
              <a:t>tag</a:t>
            </a:r>
            <a:r>
              <a:rPr lang="pt-BR" sz="2800" dirty="0" smtClean="0"/>
              <a:t> (ver todas as versões)</a:t>
            </a:r>
          </a:p>
          <a:p>
            <a:endParaRPr lang="pt-BR" sz="2800" dirty="0"/>
          </a:p>
          <a:p>
            <a:r>
              <a:rPr lang="pt-BR" sz="2800" dirty="0" err="1" smtClean="0"/>
              <a:t>git</a:t>
            </a:r>
            <a:r>
              <a:rPr lang="pt-BR" sz="2800" dirty="0" smtClean="0"/>
              <a:t> </a:t>
            </a:r>
            <a:r>
              <a:rPr lang="pt-BR" sz="2800" dirty="0" err="1" smtClean="0"/>
              <a:t>push</a:t>
            </a:r>
            <a:r>
              <a:rPr lang="pt-BR" sz="2800" dirty="0" smtClean="0"/>
              <a:t> </a:t>
            </a:r>
            <a:r>
              <a:rPr lang="pt-BR" sz="2800" dirty="0" err="1" smtClean="0"/>
              <a:t>sf</a:t>
            </a:r>
            <a:r>
              <a:rPr lang="pt-BR" sz="2800" dirty="0" smtClean="0"/>
              <a:t> --</a:t>
            </a:r>
            <a:r>
              <a:rPr lang="pt-BR" sz="2800" dirty="0" err="1" smtClean="0"/>
              <a:t>all</a:t>
            </a:r>
            <a:endParaRPr lang="pt-BR" sz="2800" dirty="0" smtClean="0"/>
          </a:p>
          <a:p>
            <a:pPr marL="0" indent="0">
              <a:buNone/>
            </a:pPr>
            <a:endParaRPr lang="pt-BR" sz="2800" dirty="0" smtClean="0">
              <a:solidFill>
                <a:schemeClr val="tx2"/>
              </a:solidFill>
            </a:endParaRPr>
          </a:p>
          <a:p>
            <a:r>
              <a:rPr lang="pt-BR" sz="2800" dirty="0" err="1" smtClean="0">
                <a:solidFill>
                  <a:schemeClr val="bg1">
                    <a:lumMod val="50000"/>
                  </a:schemeClr>
                </a:solidFill>
              </a:rPr>
              <a:t>git</a:t>
            </a:r>
            <a:r>
              <a:rPr lang="pt-BR" sz="2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2800" dirty="0" err="1" smtClean="0">
                <a:solidFill>
                  <a:schemeClr val="bg1">
                    <a:lumMod val="50000"/>
                  </a:schemeClr>
                </a:solidFill>
              </a:rPr>
              <a:t>push</a:t>
            </a:r>
            <a:r>
              <a:rPr lang="pt-BR" sz="2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2800" dirty="0" err="1" smtClean="0">
                <a:solidFill>
                  <a:schemeClr val="bg1">
                    <a:lumMod val="50000"/>
                  </a:schemeClr>
                </a:solidFill>
              </a:rPr>
              <a:t>sf</a:t>
            </a:r>
            <a:r>
              <a:rPr lang="pt-BR" sz="2800" dirty="0" smtClean="0">
                <a:solidFill>
                  <a:schemeClr val="bg1">
                    <a:lumMod val="50000"/>
                  </a:schemeClr>
                </a:solidFill>
              </a:rPr>
              <a:t> v0.5</a:t>
            </a:r>
          </a:p>
          <a:p>
            <a:pPr marL="0" indent="0">
              <a:buNone/>
            </a:pPr>
            <a:r>
              <a:rPr lang="pt-BR" sz="2800" dirty="0" smtClean="0"/>
              <a:t>                                            </a:t>
            </a:r>
          </a:p>
          <a:p>
            <a:pPr marL="0" indent="0">
              <a:buNone/>
            </a:pPr>
            <a:endParaRPr lang="pt-BR" sz="2800" dirty="0" smtClean="0"/>
          </a:p>
          <a:p>
            <a:pPr marL="0" indent="0">
              <a:buNone/>
            </a:pPr>
            <a:endParaRPr lang="pt-BR" sz="2800" dirty="0" smtClean="0"/>
          </a:p>
          <a:p>
            <a:pPr marL="0" indent="0">
              <a:buNone/>
            </a:pPr>
            <a:endParaRPr lang="pt-BR" sz="2800" dirty="0"/>
          </a:p>
          <a:p>
            <a:pPr marL="0" indent="0">
              <a:buNone/>
            </a:pPr>
            <a:endParaRPr lang="pt-BR" sz="2800" dirty="0" smtClean="0"/>
          </a:p>
          <a:p>
            <a:pPr marL="0" indent="0">
              <a:buNone/>
            </a:pPr>
            <a:endParaRPr lang="pt-BR" sz="2800" dirty="0" smtClean="0"/>
          </a:p>
        </p:txBody>
      </p:sp>
    </p:spTree>
    <p:extLst>
      <p:ext uri="{BB962C8B-B14F-4D97-AF65-F5344CB8AC3E}">
        <p14:creationId xmlns:p14="http://schemas.microsoft.com/office/powerpoint/2010/main" val="2778809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git</a:t>
            </a:r>
            <a:r>
              <a:rPr lang="pt-BR" dirty="0" smtClean="0"/>
              <a:t> clone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3538736" cy="4525963"/>
          </a:xfrm>
        </p:spPr>
        <p:txBody>
          <a:bodyPr/>
          <a:lstStyle/>
          <a:p>
            <a:r>
              <a:rPr lang="pt-BR" sz="2800" dirty="0" err="1" smtClean="0"/>
              <a:t>GitHub</a:t>
            </a:r>
            <a:r>
              <a:rPr lang="pt-BR" sz="2800" dirty="0" smtClean="0"/>
              <a:t> !!</a:t>
            </a:r>
          </a:p>
          <a:p>
            <a:endParaRPr lang="pt-BR" sz="2800" dirty="0" smtClean="0"/>
          </a:p>
          <a:p>
            <a:r>
              <a:rPr lang="pt-BR" sz="2800" dirty="0" err="1" smtClean="0"/>
              <a:t>Fork</a:t>
            </a:r>
            <a:endParaRPr lang="pt-BR" sz="2800" dirty="0"/>
          </a:p>
          <a:p>
            <a:endParaRPr lang="pt-BR" sz="2800" dirty="0" smtClean="0"/>
          </a:p>
          <a:p>
            <a:r>
              <a:rPr lang="pt-BR" sz="2800" dirty="0" err="1" smtClean="0"/>
              <a:t>git</a:t>
            </a:r>
            <a:r>
              <a:rPr lang="pt-BR" sz="2800" dirty="0" smtClean="0"/>
              <a:t> clone link</a:t>
            </a:r>
          </a:p>
          <a:p>
            <a:endParaRPr lang="pt-BR" sz="2800" dirty="0"/>
          </a:p>
          <a:p>
            <a:endParaRPr lang="pt-BR" sz="2800" dirty="0" smtClean="0"/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539" y="1628800"/>
            <a:ext cx="3809524" cy="4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29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o">
  <a:themeElements>
    <a:clrScheme name="Executivo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o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204</TotalTime>
  <Words>351</Words>
  <Application>Microsoft Office PowerPoint</Application>
  <PresentationFormat>Apresentação na tela (4:3)</PresentationFormat>
  <Paragraphs>120</Paragraphs>
  <Slides>17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Executivo</vt:lpstr>
      <vt:lpstr>Mini-curso de GIT</vt:lpstr>
      <vt:lpstr>Apresentação do PowerPoint</vt:lpstr>
      <vt:lpstr>O que não veremos ?</vt:lpstr>
      <vt:lpstr>Configurar Usuario</vt:lpstr>
      <vt:lpstr>Abrindo o git bash</vt:lpstr>
      <vt:lpstr>git help e documentação</vt:lpstr>
      <vt:lpstr>Comandos básicos</vt:lpstr>
      <vt:lpstr>git commit (no vim)</vt:lpstr>
      <vt:lpstr>git commit </vt:lpstr>
      <vt:lpstr>git log</vt:lpstr>
      <vt:lpstr>Apresentação do PowerPoint</vt:lpstr>
      <vt:lpstr>Apresentação do PowerPoint</vt:lpstr>
      <vt:lpstr>git push</vt:lpstr>
      <vt:lpstr>git pull</vt:lpstr>
      <vt:lpstr>git tag</vt:lpstr>
      <vt:lpstr>tags</vt:lpstr>
      <vt:lpstr>git clone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Usuário do Windows</dc:creator>
  <cp:lastModifiedBy>Usuário do Windows</cp:lastModifiedBy>
  <cp:revision>40</cp:revision>
  <dcterms:created xsi:type="dcterms:W3CDTF">2015-10-16T19:06:45Z</dcterms:created>
  <dcterms:modified xsi:type="dcterms:W3CDTF">2015-10-18T12:51:16Z</dcterms:modified>
</cp:coreProperties>
</file>